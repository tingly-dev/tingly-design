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972800" cy="6172200"/>
  <p:notesSz cx="6172200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bullets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bullets case</a:t>
            </a: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18288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bullet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bullet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Tingly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PPTX smoke</dc:title>
  <dc:subject>Original native OOXML smoke corpus</dc:subject>
  <dc:creator>Tingly Design contributors</dc:creator>
  <cp:lastModifiedBy>Tingly Design contributors</cp:lastModifiedBy>
  <cp:revision>1</cp:revision>
  <dcterms:created xsi:type="dcterms:W3CDTF">2000-01-01T00:00:00Z</dcterms:created>
  <dcterms:modified xsi:type="dcterms:W3CDTF">2000-01-01T00:00:00Z</dcterms:modified>
</cp:coreProperties>
</file>