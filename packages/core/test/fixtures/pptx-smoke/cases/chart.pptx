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Alpha</c:v>
                </c:pt>
                <c:pt idx="1">
                  <c:v>Beta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chart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chart case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8288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