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972800" cy="6172200"/>
  <p:notesSz cx="6172200" cy="10972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complex-geometry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complex-geometry case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3657600" cy="1828800"/>
          </a:xfrm>
          <a:prstGeom prst="chevron">
            <a:avLst/>
          </a:prstGeom>
          <a:solidFill>
            <a:srgbClr val="2255AA"/>
          </a:solidFill>
          <a:ln w="12700">
            <a:solidFill>
              <a:srgbClr val="17324D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Tingly Design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Independent PPTX smoke</dc:title>
  <dc:subject>Original native OOXML smoke corpus</dc:subject>
  <dc:creator>Tingly Design contributors</dc:creator>
  <cp:lastModifiedBy>Tingly Design contributors</cp:lastModifiedBy>
  <cp:revision>1</cp:revision>
  <dcterms:created xsi:type="dcterms:W3CDTF">2000-01-01T00:00:00Z</dcterms:created>
  <dcterms:modified xsi:type="dcterms:W3CDTF">2000-01-01T00:00:00Z</dcterms:modified>
</cp:coreProperties>
</file>