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0972800" cy="6172200"/>
  <p:notesSz cx="6172200" cy="1097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series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Alpha</c:v>
                </c:pt>
                <c:pt idx="1">
                  <c:v>Beta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</c:v>
                </c:pt>
                <c:pt idx="1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speaker notes 中文 page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speaker notes page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table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chart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bullets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crop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mixed-font-size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complex-geometry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shadow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</a:t>
            </a:r>
            <a:r>
              <a:rPr lang="en-US" sz="2400" i="1" u="sng" dirty="0">
                <a:solidFill>
                  <a:srgbClr val="225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 &amp; &lt;copy&gt;</a:t>
            </a: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12801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 font and size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paragraph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 rot="900000">
            <a:off x="457200" y="2743200"/>
            <a:ext cx="1828800" cy="914400"/>
          </a:xfrm>
          <a:prstGeom prst="rect">
            <a:avLst/>
          </a:prstGeom>
          <a:solidFill>
            <a:srgbClr val="D35400"/>
          </a:solidFill>
          <a:ln w="25400">
            <a:solidFill>
              <a:srgbClr val="1732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3108960"/>
            <a:ext cx="1828800" cy="9144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572000"/>
            <a:ext cx="2743200" cy="457200"/>
          </a:xfrm>
          <a:prstGeom prst="line">
            <a:avLst/>
          </a:prstGeom>
          <a:noFill/>
          <a:ln w="25400">
            <a:solidFill>
              <a:srgbClr val="2255A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 rot="600000">
            <a:off x="4572000" y="27432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native slide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2743200" cy="1371600"/>
          </a:xfrm>
          <a:prstGeom prst="roundRect">
            <a:avLst/>
          </a:prstGeom>
          <a:solidFill>
            <a:srgbClr val="D3540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table case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4864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Original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chart case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82880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bullets case</a:t>
            </a: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18288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bullet</a:t>
            </a:r>
            <a:endParaRPr lang="en-US" sz="2400" dirty="0"/>
          </a:p>
          <a:p>
            <a:pPr marL="228600" indent="-228600">
              <a:buSzPct val="100000"/>
              <a:buChar char="•"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bullet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crop case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25000" r="25000" t="25000" b="25000"/>
          <a:stretch/>
        </p:blipFill>
        <p:spPr>
          <a:xfrm>
            <a:off x="457200" y="1828800"/>
            <a:ext cx="1371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mixed-font-size case</a:t>
            </a: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18288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</a:t>
            </a:r>
            <a:r>
              <a:rPr lang="en-US" sz="36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complex-geometry case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3657600" cy="1828800"/>
          </a:xfrm>
          <a:prstGeom prst="chevron">
            <a:avLst/>
          </a:prstGeom>
          <a:solidFill>
            <a:srgbClr val="2255AA"/>
          </a:solidFill>
          <a:ln w="12700">
            <a:solidFill>
              <a:srgbClr val="17324D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shadow case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3657600" cy="1828800"/>
          </a:xfrm>
          <a:prstGeom prst="rect">
            <a:avLst/>
          </a:prstGeom>
          <a:solidFill>
            <a:srgbClr val="2255AA"/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40000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Tingly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PPTX smoke</dc:title>
  <dc:subject>Original native OOXML smoke corpus</dc:subject>
  <dc:creator>Tingly Design contributors</dc:creator>
  <cp:lastModifiedBy>Tingly Design contributors</cp:lastModifiedBy>
  <cp:revision>1</cp:revision>
  <dcterms:created xsi:type="dcterms:W3CDTF">2000-01-01T00:00:00Z</dcterms:created>
  <dcterms:modified xsi:type="dcterms:W3CDTF">2000-01-01T00:00:00Z</dcterms:modified>
</cp:coreProperties>
</file>