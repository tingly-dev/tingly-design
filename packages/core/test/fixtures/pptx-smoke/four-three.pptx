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four-three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four-three slide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rgbClr val="2255AA"/>
          </a:solidFill>
          <a:ln w="12700">
            <a:solidFill>
              <a:srgbClr val="17324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